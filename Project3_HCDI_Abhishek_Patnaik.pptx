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Human-Assisted Cognitive Defect Inspector (HCDI)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Visual Defect Detection System</a:t>
            </a:r>
          </a:p>
          <a:p>
            <a:pPr lvl="1"/>
            <a:r>
              <a:t>Artificial Intelligence Capstone Project</a:t>
            </a:r>
          </a:p>
          <a:p>
            <a:pPr lvl="1"/>
            <a:r>
              <a:t>Abhishek Patnaik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inspection is time-consuming and inconsistent.</a:t>
            </a:r>
          </a:p>
          <a:p>
            <a:pPr lvl="1"/>
            <a:r>
              <a:t>Human fatigue can reduce defect detection accuracy.</a:t>
            </a:r>
          </a:p>
          <a:p>
            <a:pPr lvl="1"/>
            <a:r>
              <a:t>Need for automated intelligent inspection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CNN-based defect classification model.</a:t>
            </a:r>
          </a:p>
          <a:p>
            <a:pPr lvl="1"/>
            <a:r>
              <a:t>Estimate defect severity quantitatively.</a:t>
            </a:r>
          </a:p>
          <a:p>
            <a:pPr lvl="1"/>
            <a:r>
              <a:t>Generate human-readable AI inspection remarks.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 Input → Preprocessing → CNN Feature Extraction</a:t>
            </a:r>
          </a:p>
          <a:p>
            <a:pPr lvl="1"/>
            <a:r>
              <a:t>Binary Classification (Defect / No Defect)</a:t>
            </a:r>
          </a:p>
          <a:p>
            <a:pPr lvl="1"/>
            <a:r>
              <a:t>Severity Estimation &amp; AI Remark Generation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pPr lvl="1"/>
            <a:r>
              <a:t>Google Colab</a:t>
            </a:r>
          </a:p>
          <a:p>
            <a:pPr lvl="1"/>
            <a:r>
              <a:t>TensorFlow / Keras</a:t>
            </a:r>
          </a:p>
          <a:p>
            <a:pPr lvl="1"/>
            <a:r>
              <a:t>OpenCV</a:t>
            </a:r>
          </a:p>
          <a:p>
            <a:pPr lvl="1"/>
            <a:r>
              <a:t>NumPy &amp; Matplotlib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Unique Dataset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dataset generated programmatically.</a:t>
            </a:r>
          </a:p>
          <a:p>
            <a:pPr lvl="1"/>
            <a:r>
              <a:t>Defect samples contain artificial irregular regions.</a:t>
            </a:r>
          </a:p>
          <a:p>
            <a:pPr lvl="1"/>
            <a:r>
              <a:t>Ensures originality and avoids external dataset usage.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Resizing images to 128×128 pixels.</a:t>
            </a:r>
          </a:p>
          <a:p>
            <a:pPr lvl="1"/>
            <a:r>
              <a:t>Normalization using rescale = 1/255.</a:t>
            </a:r>
          </a:p>
          <a:p>
            <a:pPr lvl="1"/>
            <a:r>
              <a:t>Training-validation split with ImageDataGenerator.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Model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Convolution layers extract spatial features.</a:t>
            </a:r>
          </a:p>
          <a:p>
            <a:pPr lvl="1"/>
            <a:r>
              <a:t>MaxPooling layers reduce dimensions.</a:t>
            </a:r>
          </a:p>
          <a:p>
            <a:pPr lvl="1"/>
            <a:r>
              <a:t>Dense layers perform final binary classification.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Binary Cross-Entropy loss function.</a:t>
            </a:r>
          </a:p>
          <a:p>
            <a:pPr lvl="1"/>
            <a:r>
              <a:t>Adam optimizer for faster convergence.</a:t>
            </a:r>
          </a:p>
          <a:p>
            <a:pPr lvl="1"/>
            <a:r>
              <a:t>Model trained over multiple epochs.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Inspection Intelligence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Predicts probability of defect presence.</a:t>
            </a:r>
          </a:p>
          <a:p>
            <a:pPr lvl="1"/>
            <a:r>
              <a:t>Calculates confidence score.</a:t>
            </a:r>
          </a:p>
          <a:p>
            <a:pPr lvl="1"/>
            <a:r>
              <a:t>Computes severity level using pixel intensity ratio.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Severity Estimation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Dark pixel concentration analysis.</a:t>
            </a:r>
          </a:p>
          <a:p>
            <a:pPr lvl="1"/>
            <a:r>
              <a:t>Higher irregular region → Higher severity score.</a:t>
            </a:r>
          </a:p>
          <a:p>
            <a:pPr lvl="1"/>
            <a:r>
              <a:t>Provides quantitative defect percentage.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Inspection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outputs classification result,</a:t>
            </a:r>
          </a:p>
          <a:p>
            <a:pPr lvl="1"/>
            <a:r>
              <a:t>Confidence score, severity percentage, and AI remark.</a:t>
            </a:r>
          </a:p>
        </p:txBody>
      </p:sp>
      <p:pic>
        <p:nvPicPr>
          <p:cNvPr id="4" name="Picture 3" descr="Screenshot (20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77440"/>
            <a:ext cx="3553968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Implementation 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Google Colab Notebook:</a:t>
            </a:r>
          </a:p>
          <a:p>
            <a:pPr lvl="1"/>
            <a:r>
              <a:t>https://colab.research.google.com/drive/12uFYvPwUzOlD_urd5LEO7TZ_8Tjv5fhl?usp=sharing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Manufacturing Quality Control</a:t>
            </a:r>
          </a:p>
          <a:p>
            <a:pPr lvl="1"/>
            <a:r>
              <a:t>Automotive Component Inspection</a:t>
            </a:r>
          </a:p>
          <a:p>
            <a:pPr lvl="1"/>
            <a:r>
              <a:t>Electronics PCB Testing</a:t>
            </a:r>
          </a:p>
          <a:p>
            <a:pPr lvl="1"/>
            <a:r>
              <a:t>Industrial Automation Systems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Automates industrial inspection tasks efficiently.</a:t>
            </a:r>
          </a:p>
          <a:p>
            <a:pPr lvl="1"/>
            <a:r>
              <a:t>Reduces human error in quality evaluation.</a:t>
            </a:r>
          </a:p>
          <a:p>
            <a:pPr lvl="1"/>
            <a:r>
              <a:t>Future: Integrate Grad-CAM explainability &amp;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